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86" d="100"/>
          <a:sy n="86" d="100"/>
        </p:scale>
        <p:origin x="562" y="67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 /><Relationship Id="rId20" Type="http://schemas.openxmlformats.org/officeDocument/2006/relationships/tableStyles" Target="tableStyles.xml" /><Relationship Id="rId21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EE1A837-9BD7-49D6-9662-2AC26BCB1B69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946BB0B-EF62-45B5-85FD-C1D1154649DB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EE1A837-9BD7-49D6-9662-2AC26BCB1B69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946BB0B-EF62-45B5-85FD-C1D1154649DB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EE1A837-9BD7-49D6-9662-2AC26BCB1B69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946BB0B-EF62-45B5-85FD-C1D1154649DB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EE1A837-9BD7-49D6-9662-2AC26BCB1B69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946BB0B-EF62-45B5-85FD-C1D1154649DB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EE1A837-9BD7-49D6-9662-2AC26BCB1B69}" type="datetimeFigureOut">
              <a:rPr lang="ru-RU"/>
              <a:t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946BB0B-EF62-45B5-85FD-C1D1154649DB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EE1A837-9BD7-49D6-9662-2AC26BCB1B69}" type="datetimeFigureOut">
              <a:rPr lang="ru-RU"/>
              <a:t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946BB0B-EF62-45B5-85FD-C1D1154649DB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EE1A837-9BD7-49D6-9662-2AC26BCB1B69}" type="datetimeFigureOut">
              <a:rPr lang="ru-RU"/>
              <a:t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946BB0B-EF62-45B5-85FD-C1D1154649DB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EE1A837-9BD7-49D6-9662-2AC26BCB1B69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946BB0B-EF62-45B5-85FD-C1D1154649DB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EE1A837-9BD7-49D6-9662-2AC26BCB1B69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946BB0B-EF62-45B5-85FD-C1D1154649DB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EE1A837-9BD7-49D6-9662-2AC26BCB1B69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946BB0B-EF62-45B5-85FD-C1D1154649DB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EE1A837-9BD7-49D6-9662-2AC26BCB1B69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946BB0B-EF62-45B5-85FD-C1D1154649DB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EE1A837-9BD7-49D6-9662-2AC26BCB1B69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946BB0B-EF62-45B5-85FD-C1D1154649DB}" type="slidenum">
              <a:rPr lang="ru-RU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b="1"/>
              <a:t>Основные термины и определения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681037"/>
            <a:ext cx="10515600" cy="780094"/>
          </a:xfrm>
        </p:spPr>
        <p:txBody>
          <a:bodyPr>
            <a:normAutofit fontScale="90000"/>
          </a:bodyPr>
          <a:lstStyle/>
          <a:p>
            <a:pPr algn="ctr">
              <a:lnSpc>
                <a:spcPct val="114999"/>
              </a:lnSpc>
              <a:spcAft>
                <a:spcPts val="800"/>
              </a:spcAft>
              <a:defRPr/>
            </a:pPr>
            <a:r>
              <a:rPr lang="ru-RU" sz="4400" b="1">
                <a:latin typeface="Calibri"/>
                <a:ea typeface="Calibri"/>
                <a:cs typeface="Times New Roman"/>
              </a:rPr>
              <a:t>Гарри Поттер и </a:t>
            </a:r>
            <a:r>
              <a:rPr lang="ru-RU" sz="4400" b="1">
                <a:latin typeface="Calibri"/>
                <a:ea typeface="Calibri"/>
                <a:cs typeface="Times New Roman"/>
              </a:rPr>
              <a:t>Исчезательный</a:t>
            </a:r>
            <a:r>
              <a:rPr lang="ru-RU" sz="4400" b="1">
                <a:latin typeface="Calibri"/>
                <a:ea typeface="Calibri"/>
                <a:cs typeface="Times New Roman"/>
              </a:rPr>
              <a:t> шкаф</a:t>
            </a:r>
            <a:br>
              <a:rPr lang="ru-RU" sz="3600">
                <a:latin typeface="Calibri"/>
                <a:ea typeface="Calibri"/>
                <a:cs typeface="Times New Roman"/>
              </a:rPr>
            </a:b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526959" y="1526991"/>
            <a:ext cx="9138082" cy="4948605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defRPr/>
            </a:pPr>
            <a:r>
              <a:rPr lang="ru-RU" sz="4400" b="1">
                <a:latin typeface="Calibri"/>
                <a:ea typeface="Calibri"/>
                <a:cs typeface="Times New Roman"/>
              </a:rPr>
              <a:t>Кольцо Всевластья</a:t>
            </a:r>
            <a:br>
              <a:rPr lang="ru-RU" sz="3600">
                <a:latin typeface="Calibri"/>
                <a:ea typeface="Calibri"/>
                <a:cs typeface="Times New Roman"/>
              </a:rPr>
            </a:b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038687" y="1156555"/>
            <a:ext cx="10114625" cy="568947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defRPr/>
            </a:pPr>
            <a:r>
              <a:rPr lang="ru-RU" sz="4400" b="1">
                <a:latin typeface="Calibri"/>
                <a:ea typeface="Calibri"/>
                <a:cs typeface="Times New Roman"/>
              </a:rPr>
              <a:t>Доктор </a:t>
            </a:r>
            <a:r>
              <a:rPr lang="ru-RU" sz="4400" b="1">
                <a:latin typeface="Calibri"/>
                <a:ea typeface="Calibri"/>
                <a:cs typeface="Times New Roman"/>
              </a:rPr>
              <a:t>Стрэндж</a:t>
            </a:r>
            <a:br>
              <a:rPr lang="ru-RU" sz="3600">
                <a:latin typeface="Calibri"/>
                <a:ea typeface="Calibri"/>
                <a:cs typeface="Times New Roman"/>
              </a:rPr>
            </a:b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629052" y="1467559"/>
            <a:ext cx="8933895" cy="502531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defRPr/>
            </a:pPr>
            <a:r>
              <a:rPr lang="ru-RU" sz="4400" b="1">
                <a:latin typeface="Calibri"/>
                <a:ea typeface="Calibri"/>
                <a:cs typeface="Times New Roman"/>
              </a:rPr>
              <a:t>Кощей Бессмертный</a:t>
            </a:r>
            <a:br>
              <a:rPr lang="ru-RU" sz="3600">
                <a:latin typeface="Calibri"/>
                <a:ea typeface="Calibri"/>
                <a:cs typeface="Times New Roman"/>
              </a:rPr>
            </a:b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2669067" y="1325563"/>
            <a:ext cx="6853865" cy="5167312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ru-RU" b="1"/>
              <a:t>Римская Империя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615736" y="1690688"/>
            <a:ext cx="8960528" cy="504029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defRPr/>
            </a:pPr>
            <a:r>
              <a:rPr lang="ru-RU" sz="4400" b="1">
                <a:latin typeface="Calibri"/>
                <a:ea typeface="Calibri"/>
                <a:cs typeface="Times New Roman"/>
              </a:rPr>
              <a:t>Ахиллесова пята</a:t>
            </a:r>
            <a:br>
              <a:rPr lang="ru-RU" sz="3600">
                <a:latin typeface="Calibri"/>
                <a:ea typeface="Calibri"/>
                <a:cs typeface="Times New Roman"/>
              </a:rPr>
            </a:b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2438400" y="1268674"/>
            <a:ext cx="7315200" cy="531495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ru-RU" b="1"/>
              <a:t>Колобок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3552154" y="1690688"/>
            <a:ext cx="5087691" cy="5150884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defRPr/>
            </a:pPr>
            <a:r>
              <a:rPr lang="ru-RU" sz="4400" b="1">
                <a:latin typeface="Calibri"/>
                <a:ea typeface="Calibri"/>
                <a:cs typeface="Times New Roman"/>
              </a:rPr>
              <a:t>Ворона и Лисица</a:t>
            </a:r>
            <a:br>
              <a:rPr lang="ru-RU" sz="3600">
                <a:latin typeface="Calibri"/>
                <a:ea typeface="Calibri"/>
                <a:cs typeface="Times New Roman"/>
              </a:rPr>
            </a:b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3879740" y="1260629"/>
            <a:ext cx="4432520" cy="5481961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defRPr/>
            </a:pPr>
            <a:r>
              <a:rPr lang="ru-RU" sz="4400" b="1">
                <a:latin typeface="Calibri"/>
                <a:ea typeface="Calibri"/>
                <a:cs typeface="Times New Roman"/>
              </a:rPr>
              <a:t>Троянский конь</a:t>
            </a:r>
            <a:br>
              <a:rPr lang="ru-RU" sz="3600">
                <a:latin typeface="Calibri"/>
                <a:ea typeface="Calibri"/>
                <a:cs typeface="Times New Roman"/>
              </a:rPr>
            </a:b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2588926" y="1381988"/>
            <a:ext cx="7014148" cy="5167312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ru-RU" b="1"/>
              <a:t>Теремок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664632" y="1600483"/>
            <a:ext cx="8862736" cy="5268614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defRPr/>
            </a:pPr>
            <a:r>
              <a:rPr lang="ru-RU" sz="4400" b="1">
                <a:latin typeface="Calibri"/>
                <a:ea typeface="Calibri"/>
                <a:cs typeface="Times New Roman"/>
              </a:rPr>
              <a:t>Мориарти взломал сокровищницу Тауэра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558031" y="1756331"/>
            <a:ext cx="9075938" cy="510166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defRPr/>
            </a:pPr>
            <a:r>
              <a:rPr lang="ru-RU" sz="4400" b="1">
                <a:latin typeface="Calibri"/>
                <a:ea typeface="Calibri"/>
                <a:cs typeface="Times New Roman"/>
              </a:rPr>
              <a:t>Давид и Голиаф</a:t>
            </a:r>
            <a:r>
              <a:rPr lang="ru-RU" sz="4400" b="1">
                <a:latin typeface="Tahoma"/>
                <a:ea typeface="Calibri"/>
                <a:cs typeface="Times New Roman"/>
              </a:rPr>
              <a:t>⁠⁠</a:t>
            </a:r>
            <a:r>
              <a:rPr lang="ru-RU" sz="4400" b="1">
                <a:latin typeface="Calibri"/>
                <a:ea typeface="Calibri"/>
                <a:cs typeface="Times New Roman"/>
              </a:rPr>
              <a:t> 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822580" y="1708441"/>
            <a:ext cx="8546838" cy="514955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defRPr/>
            </a:pPr>
            <a:r>
              <a:rPr lang="ru-RU" sz="4400" b="1">
                <a:latin typeface="Calibri"/>
                <a:ea typeface="Calibri"/>
                <a:cs typeface="Times New Roman"/>
              </a:rPr>
              <a:t>Черепаха и Заяц </a:t>
            </a:r>
            <a:endParaRPr lang="ru-RU"/>
          </a:p>
        </p:txBody>
      </p:sp>
      <p:pic>
        <p:nvPicPr>
          <p:cNvPr id="13314" name="Picture 2"/>
          <p:cNvPicPr>
            <a:picLocks noChangeAspect="1" noChangeArrowheads="1" noGrp="1"/>
          </p:cNvPicPr>
          <p:nvPr>
            <p:ph idx="1"/>
          </p:nvPr>
        </p:nvPicPr>
        <p:blipFill>
          <a:blip r:embed="rId2"/>
          <a:stretch/>
        </p:blipFill>
        <p:spPr bwMode="auto">
          <a:xfrm>
            <a:off x="2454568" y="1541508"/>
            <a:ext cx="7282864" cy="5316492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ru-RU" sz="4400" b="1">
                <a:latin typeface="Calibri"/>
                <a:ea typeface="Calibri"/>
                <a:cs typeface="Times New Roman"/>
              </a:rPr>
              <a:t>Поиск мерседесов в фильме Такси 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618543" y="1941034"/>
            <a:ext cx="10954914" cy="466725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defRPr/>
            </a:pPr>
            <a:r>
              <a:rPr lang="ru-RU" sz="4400" b="1">
                <a:latin typeface="Calibri"/>
                <a:ea typeface="Calibri"/>
                <a:cs typeface="Times New Roman"/>
              </a:rPr>
              <a:t>Гравити</a:t>
            </a:r>
            <a:r>
              <a:rPr lang="ru-RU" sz="4400" b="1">
                <a:latin typeface="Calibri"/>
                <a:ea typeface="Calibri"/>
                <a:cs typeface="Times New Roman"/>
              </a:rPr>
              <a:t> </a:t>
            </a:r>
            <a:r>
              <a:rPr lang="ru-RU" sz="4400" b="1">
                <a:latin typeface="Calibri"/>
                <a:ea typeface="Calibri"/>
                <a:cs typeface="Times New Roman"/>
              </a:rPr>
              <a:t>Фолз</a:t>
            </a:r>
            <a:r>
              <a:rPr lang="ru-RU" sz="4400" b="1">
                <a:latin typeface="Calibri"/>
                <a:ea typeface="Calibri"/>
                <a:cs typeface="Times New Roman"/>
              </a:rPr>
              <a:t> 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2905957" y="1825625"/>
            <a:ext cx="6380085" cy="4785064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R7-Office/2024.1.1.375</Application>
  <DocSecurity>0</DocSecurity>
  <PresentationFormat>Широкоэкранный</PresentationFormat>
  <Paragraphs>0</Paragraphs>
  <Slides>16</Slides>
  <Notes>16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Основные термины и определения</dc:title>
  <dc:subject/>
  <dc:creator>-</dc:creator>
  <cp:keywords/>
  <dc:description/>
  <dc:identifier/>
  <dc:language/>
  <cp:lastModifiedBy>Татьяна Паюсова</cp:lastModifiedBy>
  <cp:revision>14</cp:revision>
  <dcterms:created xsi:type="dcterms:W3CDTF">2023-09-03T17:53:04Z</dcterms:created>
  <dcterms:modified xsi:type="dcterms:W3CDTF">2025-02-12T13:07:59Z</dcterms:modified>
  <cp:category/>
  <cp:contentStatus/>
  <cp:version/>
</cp:coreProperties>
</file>